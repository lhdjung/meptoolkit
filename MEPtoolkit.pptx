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2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6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89DC4-8E45-15A6-4587-9AC305110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185FC0-3CFA-B3AD-F349-1A71519640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2B0A6-C831-FB9A-0C53-D40D74476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AD06-DBE0-47D5-82E1-CB0546C9599D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E5DBB-FBFD-BDD1-953A-9FF16D7CE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E15D3-D64A-4668-586B-C3440349D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869FF-A5BE-424C-BCF9-7C9DB30F61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071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04F54-164B-AD9F-948B-85B9E6715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C8764-17C5-412E-FC6D-F39C58CF5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BA8939-A9A7-06DA-95E1-1B49247A9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AD06-DBE0-47D5-82E1-CB0546C9599D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8DBE2-66AE-9133-5151-BFE826A1A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BCB4C-4E19-7DB9-C676-64BCD2E90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869FF-A5BE-424C-BCF9-7C9DB30F61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0023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313B2-0874-533C-6DC5-C016E0E6D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CE8E59-4F31-3091-29FE-31171C006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C669F-3426-8237-1869-B67215B63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AD06-DBE0-47D5-82E1-CB0546C9599D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FD9EE-846A-E99D-1282-E5F068AC4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D9F4E-FFDC-2792-B8E1-DF9547E73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869FF-A5BE-424C-BCF9-7C9DB30F61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3823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EBBEB-7A21-D2B7-24B2-D465DCD59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6464A-2C58-588C-F753-8A94F38EE6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FE67BB-EE88-1AF7-7C36-91C820DB23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375FDA-E8F9-8857-8C5D-8245BDC37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AD06-DBE0-47D5-82E1-CB0546C9599D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5BBCAC-8507-A17A-D063-70DFFDFF6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377001-048F-5569-3EEF-E3C05A638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869FF-A5BE-424C-BCF9-7C9DB30F61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0816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CF5DE-9006-01E1-9C01-FC06731C2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3C2A0-EA4F-C04B-588D-F7801C16F6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77D894-89C5-69EB-DB9B-D164C908EB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EAF1E9-B358-F424-83C9-86963810F8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711EF4-8D1F-7A73-9B61-CC625AF28B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1E180C-827D-38C3-191C-B42523331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AD06-DBE0-47D5-82E1-CB0546C9599D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B40190-ABC2-8324-B4CF-9630EB251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5BC7B3-F849-8FB9-865F-97CD86046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869FF-A5BE-424C-BCF9-7C9DB30F61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3308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48500-8F46-E2E2-8009-84AC74C74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381321-D9CB-41D2-F6D0-CAE062DC5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AD06-DBE0-47D5-82E1-CB0546C9599D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F74EEF-C629-A294-C752-339EEC1B9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675C02-B4B7-393C-75D6-B3D2B4CE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869FF-A5BE-424C-BCF9-7C9DB30F61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8844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AEFCC6-52D7-7DFA-3843-758AD73CC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AD06-DBE0-47D5-82E1-CB0546C9599D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716043-7083-3960-568D-205E12563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CF8861-A350-0D77-3CE1-B9B3AE581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869FF-A5BE-424C-BCF9-7C9DB30F61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5645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C1687-6510-1DF0-C886-D96B4D6E0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610F1-BCEE-0D19-6238-28C7EA970C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7B65FB-FA61-E779-E63C-5089C338E8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FC25DE-554F-D4A9-7530-9D7FCD129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AD06-DBE0-47D5-82E1-CB0546C9599D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7A705F-330B-9C9F-F03D-55818C7BB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FD9877-1EC4-FC1D-F38E-C91C13B43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869FF-A5BE-424C-BCF9-7C9DB30F61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7624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44A60-D929-A83A-88F2-BC04033F7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6D5404-77EA-626B-58EA-1BEB79794C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0500BC-7BC2-DE30-9D73-87D238A90A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57034E-67AC-6754-B394-9082AB4E2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AD06-DBE0-47D5-82E1-CB0546C9599D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47F708-B0A2-84D7-3B1E-CFC6906EA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3471EB-FA5D-92DF-6233-3A8EFE0C3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869FF-A5BE-424C-BCF9-7C9DB30F61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6558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45DF2-9CDD-C1DD-C9E3-6B1C916C2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523A92-65EB-9984-E428-9B28977028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5FEAA-576D-4995-3665-2AC478641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AD06-DBE0-47D5-82E1-CB0546C9599D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D1FA5-279D-CDD3-0289-DEDD0A4CF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C2833-368D-A16E-7F67-29AE86E3C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869FF-A5BE-424C-BCF9-7C9DB30F61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8046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B52F8B-63BD-203A-B36A-F4667023BB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179415-EF52-7BE4-6F6D-D7A9BCA3B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E91E3-831F-17A5-4C0C-205C9320D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AD06-DBE0-47D5-82E1-CB0546C9599D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D1729-0B1E-A75B-014F-A8F1F5FFF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A9AC7-FB6D-CA78-1E99-F072D97ED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869FF-A5BE-424C-BCF9-7C9DB30F61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1770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CD9546-29C7-39AB-8645-339929E76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345044-1A96-6B8A-FEE5-76E4C3C39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813D4-CD82-7831-3681-F4B25D24F6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19AD06-DBE0-47D5-82E1-CB0546C9599D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7987E-461C-D4E6-0958-1BF23B4847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02612-C2DE-72F8-26FB-887D366607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4869FF-A5BE-424C-BCF9-7C9DB30F611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0924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an.r-project.org/bin/windows/Rtools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A442E-69F2-DCC4-8323-8F8B3F1FDF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err="1"/>
              <a:t>MEPtoolkit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D47ADD-5343-6CCB-EED3-FA87948E32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Future dev </a:t>
            </a:r>
            <a:r>
              <a:rPr lang="fr-FR" dirty="0" err="1"/>
              <a:t>considerations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59501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0D932-0201-2FD5-8AE8-3E252DD3C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Installing</a:t>
            </a:r>
            <a:r>
              <a:rPr lang="fr-FR" dirty="0"/>
              <a:t> the toolkit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DFD62-1E03-395B-E4DA-75221D6703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fr-FR" sz="2400" dirty="0" err="1"/>
              <a:t>Installing</a:t>
            </a:r>
            <a:r>
              <a:rPr lang="fr-FR" sz="2400" dirty="0"/>
              <a:t> the toolkit and </a:t>
            </a:r>
            <a:r>
              <a:rPr lang="fr-FR" sz="2400" dirty="0" err="1"/>
              <a:t>its</a:t>
            </a:r>
            <a:r>
              <a:rPr lang="fr-FR" sz="2400" dirty="0"/>
              <a:t> </a:t>
            </a:r>
            <a:r>
              <a:rPr lang="fr-FR" sz="2400" dirty="0" err="1"/>
              <a:t>dependencies</a:t>
            </a:r>
            <a:r>
              <a:rPr lang="fr-FR" sz="2400" dirty="0"/>
              <a:t> </a:t>
            </a:r>
            <a:r>
              <a:rPr lang="fr-FR" sz="2400" dirty="0" err="1"/>
              <a:t>may</a:t>
            </a:r>
            <a:r>
              <a:rPr lang="fr-FR" sz="2400" dirty="0"/>
              <a:t> </a:t>
            </a:r>
            <a:r>
              <a:rPr lang="fr-FR" sz="2400" dirty="0" err="1"/>
              <a:t>require</a:t>
            </a:r>
            <a:r>
              <a:rPr lang="fr-FR" sz="2400" dirty="0"/>
              <a:t> to </a:t>
            </a:r>
            <a:r>
              <a:rPr lang="fr-FR" sz="2400" dirty="0" err="1"/>
              <a:t>install</a:t>
            </a:r>
            <a:r>
              <a:rPr lang="fr-FR" sz="2400" dirty="0"/>
              <a:t> a </a:t>
            </a:r>
            <a:r>
              <a:rPr lang="fr-FR" sz="2400" dirty="0" err="1"/>
              <a:t>recent</a:t>
            </a:r>
            <a:r>
              <a:rPr lang="fr-FR" sz="2400" dirty="0"/>
              <a:t> version of </a:t>
            </a:r>
            <a:r>
              <a:rPr lang="fr-FR" sz="2400" dirty="0" err="1"/>
              <a:t>RTools</a:t>
            </a:r>
            <a:r>
              <a:rPr lang="fr-FR" sz="2400" dirty="0"/>
              <a:t>:</a:t>
            </a:r>
            <a:endParaRPr lang="fr-FR" dirty="0"/>
          </a:p>
          <a:p>
            <a:pPr marL="0" indent="0">
              <a:buNone/>
            </a:pPr>
            <a:r>
              <a:rPr lang="fr-FR" sz="2000" dirty="0">
                <a:hlinkClick r:id="rId2"/>
              </a:rPr>
              <a:t>https://cran.r-project.org/bin/windows/Rtools/</a:t>
            </a:r>
            <a:endParaRPr lang="fr-FR" sz="2000" dirty="0"/>
          </a:p>
          <a:p>
            <a:pPr marL="0" indent="0">
              <a:buNone/>
            </a:pPr>
            <a:endParaRPr lang="fr-FR" sz="2000" dirty="0"/>
          </a:p>
          <a:p>
            <a:pPr marL="0" indent="0">
              <a:buNone/>
            </a:pPr>
            <a:r>
              <a:rPr lang="fr-FR" sz="2400" dirty="0" err="1"/>
              <a:t>Then</a:t>
            </a:r>
            <a:r>
              <a:rPr lang="fr-FR" sz="2400" dirty="0"/>
              <a:t>, the </a:t>
            </a:r>
            <a:r>
              <a:rPr lang="fr-FR" sz="2400" dirty="0" err="1"/>
              <a:t>devtools</a:t>
            </a:r>
            <a:r>
              <a:rPr lang="fr-FR" sz="2400" dirty="0"/>
              <a:t> package </a:t>
            </a:r>
            <a:r>
              <a:rPr lang="fr-FR" sz="2400" dirty="0" err="1"/>
              <a:t>is</a:t>
            </a:r>
            <a:r>
              <a:rPr lang="fr-FR" sz="2400" dirty="0"/>
              <a:t> </a:t>
            </a:r>
            <a:r>
              <a:rPr lang="fr-FR" sz="2400" dirty="0" err="1"/>
              <a:t>necessary</a:t>
            </a:r>
            <a:r>
              <a:rPr lang="fr-FR" sz="2400" dirty="0"/>
              <a:t> to </a:t>
            </a:r>
            <a:r>
              <a:rPr lang="fr-FR" sz="2400" dirty="0" err="1"/>
              <a:t>install</a:t>
            </a:r>
            <a:r>
              <a:rPr lang="fr-FR" sz="2400" dirty="0"/>
              <a:t> </a:t>
            </a:r>
            <a:r>
              <a:rPr lang="fr-FR" sz="2400" dirty="0" err="1"/>
              <a:t>from</a:t>
            </a:r>
            <a:r>
              <a:rPr lang="fr-FR" sz="2400" dirty="0"/>
              <a:t> </a:t>
            </a:r>
            <a:r>
              <a:rPr lang="fr-FR" sz="2400" dirty="0" err="1"/>
              <a:t>Github</a:t>
            </a:r>
            <a:r>
              <a:rPr lang="fr-FR" sz="2400" dirty="0"/>
              <a:t>:</a:t>
            </a:r>
          </a:p>
          <a:p>
            <a:pPr marL="0" indent="0">
              <a:buNone/>
            </a:pPr>
            <a:r>
              <a:rPr lang="fr-FR" sz="2000" dirty="0" err="1">
                <a:latin typeface="Arial" panose="020B0604020202020204" pitchFamily="34" charset="0"/>
                <a:cs typeface="Arial" panose="020B0604020202020204" pitchFamily="34" charset="0"/>
              </a:rPr>
              <a:t>install.packages</a:t>
            </a: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("</a:t>
            </a:r>
            <a:r>
              <a:rPr lang="fr-FR" sz="2000" dirty="0" err="1">
                <a:latin typeface="Arial" panose="020B0604020202020204" pitchFamily="34" charset="0"/>
                <a:cs typeface="Arial" panose="020B0604020202020204" pitchFamily="34" charset="0"/>
              </a:rPr>
              <a:t>devtools</a:t>
            </a: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")</a:t>
            </a: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library(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devtools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install_github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("Medical-Evidence-Project/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MEPtoolkit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",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build_vignettes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= TRUE)</a:t>
            </a:r>
          </a:p>
          <a:p>
            <a:pPr marL="0" indent="0"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library(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MEPtoolkit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sz="2400" dirty="0"/>
              <a:t>Don't forget the "</a:t>
            </a:r>
            <a:r>
              <a:rPr lang="en-GB" sz="2400" dirty="0" err="1"/>
              <a:t>build_vignettes</a:t>
            </a:r>
            <a:r>
              <a:rPr lang="en-GB" sz="2400" dirty="0"/>
              <a:t>" argument to have access to the entry-point vignette!</a:t>
            </a:r>
          </a:p>
        </p:txBody>
      </p:sp>
    </p:spTree>
    <p:extLst>
      <p:ext uri="{BB962C8B-B14F-4D97-AF65-F5344CB8AC3E}">
        <p14:creationId xmlns:p14="http://schemas.microsoft.com/office/powerpoint/2010/main" val="4158793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7EB59-BAD7-EE06-A0FA-11FEEF6D7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21037-BF2F-4F56-0721-23920BB11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Entry-point vignette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31719-030A-D60B-B743-5D7B5D5F4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Once the toolkit </a:t>
            </a:r>
            <a:r>
              <a:rPr lang="fr-FR" sz="2400" dirty="0" err="1"/>
              <a:t>is</a:t>
            </a:r>
            <a:r>
              <a:rPr lang="fr-FR" sz="2400" dirty="0"/>
              <a:t> </a:t>
            </a:r>
            <a:r>
              <a:rPr lang="fr-FR" sz="2400" dirty="0" err="1"/>
              <a:t>installed</a:t>
            </a:r>
            <a:r>
              <a:rPr lang="fr-FR" sz="2400" dirty="0"/>
              <a:t> and </a:t>
            </a:r>
            <a:r>
              <a:rPr lang="fr-FR" sz="2400" dirty="0" err="1"/>
              <a:t>loaded</a:t>
            </a:r>
            <a:r>
              <a:rPr lang="fr-FR" sz="2400" dirty="0"/>
              <a:t>, </a:t>
            </a:r>
            <a:r>
              <a:rPr lang="fr-FR" sz="2400" dirty="0" err="1"/>
              <a:t>you</a:t>
            </a:r>
            <a:r>
              <a:rPr lang="fr-FR" sz="2400" dirty="0"/>
              <a:t> can </a:t>
            </a:r>
            <a:r>
              <a:rPr lang="fr-FR" sz="2400" dirty="0" err="1"/>
              <a:t>access</a:t>
            </a:r>
            <a:r>
              <a:rPr lang="fr-FR" sz="2400" dirty="0"/>
              <a:t> a vignette </a:t>
            </a:r>
            <a:r>
              <a:rPr lang="fr-FR" sz="2400" dirty="0" err="1"/>
              <a:t>which</a:t>
            </a:r>
            <a:r>
              <a:rPr lang="fr-FR" sz="2400" dirty="0"/>
              <a:t> </a:t>
            </a:r>
            <a:r>
              <a:rPr lang="fr-FR" sz="2400" dirty="0" err="1"/>
              <a:t>explains</a:t>
            </a:r>
            <a:r>
              <a:rPr lang="fr-FR" sz="2400" dirty="0"/>
              <a:t> the main </a:t>
            </a:r>
            <a:r>
              <a:rPr lang="fr-FR" sz="2400" dirty="0" err="1"/>
              <a:t>philosophy</a:t>
            </a:r>
            <a:r>
              <a:rPr lang="fr-FR" sz="2400" dirty="0"/>
              <a:t> of the package, and </a:t>
            </a:r>
            <a:r>
              <a:rPr lang="fr-FR" sz="2400" dirty="0" err="1"/>
              <a:t>presents</a:t>
            </a:r>
            <a:r>
              <a:rPr lang="fr-FR" sz="2400" dirty="0"/>
              <a:t> all </a:t>
            </a:r>
            <a:r>
              <a:rPr lang="fr-FR" sz="2400" dirty="0" err="1"/>
              <a:t>functions</a:t>
            </a:r>
            <a:r>
              <a:rPr lang="fr-FR" sz="2400" dirty="0"/>
              <a:t>. This </a:t>
            </a:r>
            <a:r>
              <a:rPr lang="fr-FR" sz="2400" dirty="0" err="1"/>
              <a:t>should</a:t>
            </a:r>
            <a:r>
              <a:rPr lang="fr-FR" sz="2400" dirty="0"/>
              <a:t> serve as an entry point to </a:t>
            </a:r>
            <a:r>
              <a:rPr lang="fr-FR" sz="2400" dirty="0" err="1"/>
              <a:t>anyone</a:t>
            </a:r>
            <a:r>
              <a:rPr lang="fr-FR" sz="2400" dirty="0"/>
              <a:t>:</a:t>
            </a:r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r>
              <a:rPr lang="fr-FR" sz="2400" dirty="0"/>
              <a:t>vignette("</a:t>
            </a:r>
            <a:r>
              <a:rPr lang="fr-FR" sz="2400" dirty="0" err="1"/>
              <a:t>MEPtoolkit</a:t>
            </a:r>
            <a:r>
              <a:rPr lang="fr-FR" sz="2400" dirty="0"/>
              <a:t>")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167926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928A8-0190-EC29-FF7A-4B602598F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Design </a:t>
            </a:r>
            <a:r>
              <a:rPr lang="fr-FR" dirty="0" err="1"/>
              <a:t>philosophy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2AC5C-EA06-41BF-3584-A8CD33D56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An important point to </a:t>
            </a:r>
            <a:r>
              <a:rPr lang="fr-FR" sz="2400" dirty="0" err="1"/>
              <a:t>keep</a:t>
            </a:r>
            <a:r>
              <a:rPr lang="fr-FR" sz="2400" dirty="0"/>
              <a:t> in </a:t>
            </a:r>
            <a:r>
              <a:rPr lang="fr-FR" sz="2400" dirty="0" err="1"/>
              <a:t>mind</a:t>
            </a:r>
            <a:r>
              <a:rPr lang="fr-FR" sz="2400" dirty="0"/>
              <a:t> for usage and future </a:t>
            </a:r>
            <a:r>
              <a:rPr lang="fr-FR" sz="2400" dirty="0" err="1"/>
              <a:t>development</a:t>
            </a:r>
            <a:r>
              <a:rPr lang="fr-FR" sz="2400" dirty="0"/>
              <a:t> </a:t>
            </a:r>
            <a:r>
              <a:rPr lang="fr-FR" sz="2400" dirty="0" err="1"/>
              <a:t>is</a:t>
            </a:r>
            <a:r>
              <a:rPr lang="fr-FR" sz="2400" dirty="0"/>
              <a:t> the </a:t>
            </a:r>
            <a:r>
              <a:rPr lang="fr-FR" sz="2400" dirty="0" err="1"/>
              <a:t>assumption</a:t>
            </a:r>
            <a:r>
              <a:rPr lang="fr-FR" sz="2400" dirty="0"/>
              <a:t> </a:t>
            </a:r>
            <a:r>
              <a:rPr lang="fr-FR" sz="2400" dirty="0" err="1"/>
              <a:t>that</a:t>
            </a:r>
            <a:r>
              <a:rPr lang="fr-FR" sz="2400" dirty="0"/>
              <a:t> </a:t>
            </a:r>
            <a:r>
              <a:rPr lang="fr-FR" sz="2400" dirty="0" err="1"/>
              <a:t>numbers</a:t>
            </a:r>
            <a:r>
              <a:rPr lang="fr-FR" sz="2400" dirty="0"/>
              <a:t> </a:t>
            </a:r>
            <a:r>
              <a:rPr lang="fr-FR" sz="2400" dirty="0" err="1"/>
              <a:t>reported</a:t>
            </a:r>
            <a:r>
              <a:rPr lang="fr-FR" sz="2400" dirty="0"/>
              <a:t> in articles (</a:t>
            </a:r>
            <a:r>
              <a:rPr lang="fr-FR" sz="2400" dirty="0" err="1"/>
              <a:t>except</a:t>
            </a:r>
            <a:r>
              <a:rPr lang="fr-FR" sz="2400" dirty="0"/>
              <a:t> </a:t>
            </a:r>
            <a:r>
              <a:rPr lang="fr-FR" sz="2400" dirty="0" err="1"/>
              <a:t>sample</a:t>
            </a:r>
            <a:r>
              <a:rPr lang="fr-FR" sz="2400" dirty="0"/>
              <a:t> sizes) have been </a:t>
            </a:r>
            <a:r>
              <a:rPr lang="fr-FR" sz="2400" dirty="0" err="1"/>
              <a:t>rounded</a:t>
            </a:r>
            <a:r>
              <a:rPr lang="fr-FR" sz="2400" dirty="0"/>
              <a:t>. </a:t>
            </a:r>
            <a:r>
              <a:rPr lang="fr-FR" sz="2400" dirty="0" err="1"/>
              <a:t>Therefore</a:t>
            </a:r>
            <a:r>
              <a:rPr lang="fr-FR" sz="2400" dirty="0"/>
              <a:t>, all </a:t>
            </a:r>
            <a:r>
              <a:rPr lang="fr-FR" sz="2400" dirty="0" err="1"/>
              <a:t>functions</a:t>
            </a:r>
            <a:r>
              <a:rPr lang="fr-FR" sz="2400" dirty="0"/>
              <a:t> in the package </a:t>
            </a:r>
            <a:r>
              <a:rPr lang="fr-FR" sz="2400" dirty="0" err="1"/>
              <a:t>work</a:t>
            </a:r>
            <a:r>
              <a:rPr lang="fr-FR" sz="2400" dirty="0"/>
              <a:t> on ranges </a:t>
            </a:r>
            <a:r>
              <a:rPr lang="fr-FR" sz="2400" dirty="0" err="1"/>
              <a:t>rather</a:t>
            </a:r>
            <a:r>
              <a:rPr lang="fr-FR" sz="2400" dirty="0"/>
              <a:t> </a:t>
            </a:r>
            <a:r>
              <a:rPr lang="fr-FR" sz="2400" dirty="0" err="1"/>
              <a:t>than</a:t>
            </a:r>
            <a:r>
              <a:rPr lang="fr-FR" sz="2400" dirty="0"/>
              <a:t> exact </a:t>
            </a:r>
            <a:r>
              <a:rPr lang="fr-FR" sz="2400" dirty="0" err="1"/>
              <a:t>numbers</a:t>
            </a:r>
            <a:r>
              <a:rPr lang="fr-FR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12455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2F66A-349F-F7E4-1741-E3E9F4730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BC080-7D82-5580-1486-71C658B26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Design </a:t>
            </a:r>
            <a:r>
              <a:rPr lang="fr-FR" dirty="0" err="1"/>
              <a:t>philosophy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80C3D-CB09-B17B-927D-A41DF5C26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For instance, if a user inputs a </a:t>
            </a:r>
            <a:r>
              <a:rPr lang="fr-FR" sz="2400" dirty="0" err="1"/>
              <a:t>mean</a:t>
            </a:r>
            <a:r>
              <a:rPr lang="fr-FR" sz="2400" dirty="0"/>
              <a:t> of 3.50 in a </a:t>
            </a:r>
            <a:r>
              <a:rPr lang="fr-FR" sz="2400" dirty="0" err="1"/>
              <a:t>function</a:t>
            </a:r>
            <a:r>
              <a:rPr lang="fr-FR" sz="2400" dirty="0"/>
              <a:t>, the </a:t>
            </a:r>
            <a:r>
              <a:rPr lang="fr-FR" sz="2400" dirty="0" err="1"/>
              <a:t>function</a:t>
            </a:r>
            <a:r>
              <a:rPr lang="fr-FR" sz="2400" dirty="0"/>
              <a:t> has to assume </a:t>
            </a:r>
            <a:r>
              <a:rPr lang="fr-FR" sz="2400" dirty="0" err="1"/>
              <a:t>that</a:t>
            </a:r>
            <a:r>
              <a:rPr lang="fr-FR" sz="2400" dirty="0"/>
              <a:t> the </a:t>
            </a:r>
            <a:r>
              <a:rPr lang="fr-FR" sz="2400" dirty="0" err="1"/>
              <a:t>underlying</a:t>
            </a:r>
            <a:r>
              <a:rPr lang="fr-FR" sz="2400" dirty="0"/>
              <a:t> </a:t>
            </a:r>
            <a:r>
              <a:rPr lang="fr-FR" sz="2400" dirty="0" err="1"/>
              <a:t>mean</a:t>
            </a:r>
            <a:r>
              <a:rPr lang="fr-FR" sz="2400" dirty="0"/>
              <a:t> ranges </a:t>
            </a:r>
            <a:r>
              <a:rPr lang="fr-FR" sz="2400" dirty="0" err="1"/>
              <a:t>between</a:t>
            </a:r>
            <a:r>
              <a:rPr lang="fr-FR" sz="2400" dirty="0"/>
              <a:t> [3.495; 3.505]. A </a:t>
            </a:r>
            <a:r>
              <a:rPr lang="fr-FR" sz="2400" dirty="0" err="1"/>
              <a:t>consequence</a:t>
            </a:r>
            <a:r>
              <a:rPr lang="fr-FR" sz="2400" dirty="0"/>
              <a:t> of </a:t>
            </a:r>
            <a:r>
              <a:rPr lang="fr-FR" sz="2400" dirty="0" err="1"/>
              <a:t>this</a:t>
            </a:r>
            <a:r>
              <a:rPr lang="fr-FR" sz="2400" dirty="0"/>
              <a:t> </a:t>
            </a:r>
            <a:r>
              <a:rPr lang="fr-FR" sz="2400" dirty="0" err="1"/>
              <a:t>is</a:t>
            </a:r>
            <a:r>
              <a:rPr lang="fr-FR" sz="2400" dirty="0"/>
              <a:t> </a:t>
            </a:r>
            <a:r>
              <a:rPr lang="fr-FR" sz="2400" dirty="0" err="1"/>
              <a:t>that</a:t>
            </a:r>
            <a:r>
              <a:rPr lang="fr-FR" sz="2400" dirty="0"/>
              <a:t> all </a:t>
            </a:r>
            <a:r>
              <a:rPr lang="fr-FR" sz="2400" dirty="0" err="1"/>
              <a:t>numbers</a:t>
            </a:r>
            <a:r>
              <a:rPr lang="fr-FR" sz="2400" dirty="0"/>
              <a:t> </a:t>
            </a:r>
            <a:r>
              <a:rPr lang="fr-FR" sz="2400" dirty="0" err="1"/>
              <a:t>that</a:t>
            </a:r>
            <a:r>
              <a:rPr lang="fr-FR" sz="2400" dirty="0"/>
              <a:t> </a:t>
            </a:r>
            <a:r>
              <a:rPr lang="fr-FR" sz="2400" dirty="0" err="1"/>
              <a:t>could</a:t>
            </a:r>
            <a:r>
              <a:rPr lang="fr-FR" sz="2400" dirty="0"/>
              <a:t> </a:t>
            </a:r>
            <a:r>
              <a:rPr lang="fr-FR" sz="2400" dirty="0" err="1"/>
              <a:t>be</a:t>
            </a:r>
            <a:r>
              <a:rPr lang="fr-FR" sz="2400" dirty="0"/>
              <a:t> </a:t>
            </a:r>
            <a:r>
              <a:rPr lang="fr-FR" sz="2400" dirty="0" err="1"/>
              <a:t>rounded</a:t>
            </a:r>
            <a:r>
              <a:rPr lang="fr-FR" sz="2400" dirty="0"/>
              <a:t> have to </a:t>
            </a:r>
            <a:r>
              <a:rPr lang="fr-FR" sz="2400" dirty="0" err="1"/>
              <a:t>be</a:t>
            </a:r>
            <a:r>
              <a:rPr lang="fr-FR" sz="2400" dirty="0"/>
              <a:t> </a:t>
            </a:r>
            <a:r>
              <a:rPr lang="fr-FR" sz="2400" dirty="0" err="1"/>
              <a:t>passed</a:t>
            </a:r>
            <a:r>
              <a:rPr lang="fr-FR" sz="2400" dirty="0"/>
              <a:t> as a </a:t>
            </a:r>
            <a:r>
              <a:rPr lang="fr-FR" sz="2400" dirty="0" err="1"/>
              <a:t>character</a:t>
            </a:r>
            <a:r>
              <a:rPr lang="fr-FR" sz="2400" dirty="0"/>
              <a:t> </a:t>
            </a:r>
            <a:r>
              <a:rPr lang="fr-FR" sz="2400" dirty="0" err="1"/>
              <a:t>vector</a:t>
            </a:r>
            <a:r>
              <a:rPr lang="fr-FR" sz="2400" dirty="0"/>
              <a:t> </a:t>
            </a:r>
            <a:r>
              <a:rPr lang="fr-FR" sz="2400" dirty="0" err="1"/>
              <a:t>instead</a:t>
            </a:r>
            <a:r>
              <a:rPr lang="fr-FR" sz="2400" dirty="0"/>
              <a:t> of a </a:t>
            </a:r>
            <a:r>
              <a:rPr lang="fr-FR" sz="2400" dirty="0" err="1"/>
              <a:t>number</a:t>
            </a:r>
            <a:r>
              <a:rPr lang="fr-FR" sz="2400" dirty="0"/>
              <a:t> (</a:t>
            </a:r>
            <a:r>
              <a:rPr lang="fr-FR" sz="2400" dirty="0" err="1"/>
              <a:t>because</a:t>
            </a:r>
            <a:r>
              <a:rPr lang="fr-FR" sz="2400" dirty="0"/>
              <a:t> R </a:t>
            </a:r>
            <a:r>
              <a:rPr lang="fr-FR" sz="2400" dirty="0" err="1"/>
              <a:t>automatically</a:t>
            </a:r>
            <a:r>
              <a:rPr lang="fr-FR" sz="2400" dirty="0"/>
              <a:t> </a:t>
            </a:r>
            <a:r>
              <a:rPr lang="fr-FR" sz="2400" dirty="0" err="1"/>
              <a:t>removes</a:t>
            </a:r>
            <a:r>
              <a:rPr lang="fr-FR" sz="2400" dirty="0"/>
              <a:t> </a:t>
            </a:r>
            <a:r>
              <a:rPr lang="fr-FR" sz="2400" dirty="0" err="1"/>
              <a:t>trailing</a:t>
            </a:r>
            <a:r>
              <a:rPr lang="fr-FR" sz="2400" dirty="0"/>
              <a:t> </a:t>
            </a:r>
            <a:r>
              <a:rPr lang="fr-FR" sz="2400" dirty="0" err="1"/>
              <a:t>zeroes</a:t>
            </a:r>
            <a:r>
              <a:rPr lang="fr-FR" sz="2400" dirty="0"/>
              <a:t>, and the </a:t>
            </a:r>
            <a:r>
              <a:rPr lang="fr-FR" sz="2400" dirty="0" err="1"/>
              <a:t>precision</a:t>
            </a:r>
            <a:r>
              <a:rPr lang="fr-FR" sz="2400" dirty="0"/>
              <a:t> </a:t>
            </a:r>
            <a:r>
              <a:rPr lang="fr-FR" sz="2400" dirty="0" err="1"/>
              <a:t>would</a:t>
            </a:r>
            <a:r>
              <a:rPr lang="fr-FR" sz="2400" dirty="0"/>
              <a:t> </a:t>
            </a:r>
            <a:r>
              <a:rPr lang="fr-FR" sz="2400" dirty="0" err="1"/>
              <a:t>be</a:t>
            </a:r>
            <a:r>
              <a:rPr lang="fr-FR" sz="2400" dirty="0"/>
              <a:t> </a:t>
            </a:r>
            <a:r>
              <a:rPr lang="fr-FR" sz="2400" dirty="0" err="1"/>
              <a:t>lost</a:t>
            </a:r>
            <a:r>
              <a:rPr lang="fr-FR" sz="2400" dirty="0"/>
              <a:t> in the process).</a:t>
            </a:r>
          </a:p>
          <a:p>
            <a:pPr marL="0" indent="0">
              <a:buNone/>
            </a:pPr>
            <a:endParaRPr lang="fr-FR" sz="2400" dirty="0"/>
          </a:p>
          <a:p>
            <a:pPr marL="0" indent="0">
              <a:buNone/>
            </a:pPr>
            <a:r>
              <a:rPr lang="fr-FR" sz="2400" dirty="0"/>
              <a:t>All future </a:t>
            </a:r>
            <a:r>
              <a:rPr lang="fr-FR" sz="2400" dirty="0" err="1"/>
              <a:t>functions</a:t>
            </a:r>
            <a:r>
              <a:rPr lang="fr-FR" sz="2400" dirty="0"/>
              <a:t> </a:t>
            </a:r>
            <a:r>
              <a:rPr lang="fr-FR" sz="2400" dirty="0" err="1"/>
              <a:t>should</a:t>
            </a:r>
            <a:r>
              <a:rPr lang="fr-FR" sz="2400" dirty="0"/>
              <a:t> respect </a:t>
            </a:r>
            <a:r>
              <a:rPr lang="fr-FR" sz="2400" dirty="0" err="1"/>
              <a:t>this</a:t>
            </a:r>
            <a:r>
              <a:rPr lang="fr-FR" sz="2400" dirty="0"/>
              <a:t> design, and </a:t>
            </a:r>
            <a:r>
              <a:rPr lang="fr-FR" sz="2400" dirty="0" err="1"/>
              <a:t>is</a:t>
            </a:r>
            <a:r>
              <a:rPr lang="fr-FR" sz="2400" dirty="0"/>
              <a:t> made </a:t>
            </a:r>
            <a:r>
              <a:rPr lang="fr-FR" sz="2400" dirty="0" err="1"/>
              <a:t>easy</a:t>
            </a:r>
            <a:r>
              <a:rPr lang="fr-FR" sz="2400" dirty="0"/>
              <a:t> </a:t>
            </a:r>
            <a:r>
              <a:rPr lang="fr-FR" sz="2400" dirty="0" err="1"/>
              <a:t>through</a:t>
            </a:r>
            <a:r>
              <a:rPr lang="fr-FR" sz="2400" dirty="0"/>
              <a:t> the use of the </a:t>
            </a:r>
            <a:r>
              <a:rPr lang="fr-FR" sz="2400" dirty="0" err="1"/>
              <a:t>validate</a:t>
            </a:r>
            <a:r>
              <a:rPr lang="fr-FR" sz="2400" dirty="0"/>
              <a:t>_* </a:t>
            </a:r>
            <a:r>
              <a:rPr lang="fr-FR" sz="2400" dirty="0" err="1"/>
              <a:t>functions</a:t>
            </a:r>
            <a:r>
              <a:rPr lang="fr-FR" sz="2400" dirty="0"/>
              <a:t> (</a:t>
            </a:r>
            <a:r>
              <a:rPr lang="fr-FR" sz="2400" dirty="0" err="1"/>
              <a:t>see</a:t>
            </a:r>
            <a:r>
              <a:rPr lang="fr-FR" sz="2400" dirty="0"/>
              <a:t> </a:t>
            </a:r>
            <a:r>
              <a:rPr lang="fr-FR" sz="2400" dirty="0" err="1"/>
              <a:t>rounding_validation.R</a:t>
            </a:r>
            <a:r>
              <a:rPr lang="fr-FR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59567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45462-98D6-6FB0-6305-E30395BC5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Input types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16D93-D985-4829-057C-E31EB2CE5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 err="1"/>
              <a:t>When</a:t>
            </a:r>
            <a:r>
              <a:rPr lang="fr-FR" sz="2400" dirty="0"/>
              <a:t> </a:t>
            </a:r>
            <a:r>
              <a:rPr lang="fr-FR" sz="2400" dirty="0" err="1"/>
              <a:t>functions</a:t>
            </a:r>
            <a:r>
              <a:rPr lang="fr-FR" sz="2400" dirty="0"/>
              <a:t> </a:t>
            </a:r>
            <a:r>
              <a:rPr lang="fr-FR" sz="2400" dirty="0" err="1"/>
              <a:t>take</a:t>
            </a:r>
            <a:r>
              <a:rPr lang="fr-FR" sz="2400" dirty="0"/>
              <a:t> </a:t>
            </a:r>
            <a:r>
              <a:rPr lang="fr-FR" sz="2400" dirty="0" err="1"/>
              <a:t>numbers</a:t>
            </a:r>
            <a:r>
              <a:rPr lang="fr-FR" sz="2400" dirty="0"/>
              <a:t> as input </a:t>
            </a:r>
            <a:r>
              <a:rPr lang="fr-FR" sz="2400" dirty="0" err="1"/>
              <a:t>that</a:t>
            </a:r>
            <a:r>
              <a:rPr lang="fr-FR" sz="2400" dirty="0"/>
              <a:t> </a:t>
            </a:r>
            <a:r>
              <a:rPr lang="fr-FR" sz="2400" dirty="0" err="1"/>
              <a:t>could</a:t>
            </a:r>
            <a:r>
              <a:rPr lang="fr-FR" sz="2400" dirty="0"/>
              <a:t> </a:t>
            </a:r>
            <a:r>
              <a:rPr lang="fr-FR" sz="2400" dirty="0" err="1"/>
              <a:t>be</a:t>
            </a:r>
            <a:r>
              <a:rPr lang="fr-FR" sz="2400" dirty="0"/>
              <a:t> </a:t>
            </a:r>
            <a:r>
              <a:rPr lang="fr-FR" sz="2400" dirty="0" err="1"/>
              <a:t>batched</a:t>
            </a:r>
            <a:r>
              <a:rPr lang="fr-FR" sz="2400" dirty="0"/>
              <a:t> (e.g. </a:t>
            </a:r>
            <a:r>
              <a:rPr lang="fr-FR" sz="2400" dirty="0" err="1"/>
              <a:t>many</a:t>
            </a:r>
            <a:r>
              <a:rPr lang="fr-FR" sz="2400" dirty="0"/>
              <a:t> </a:t>
            </a:r>
            <a:r>
              <a:rPr lang="fr-FR" sz="2400" dirty="0" err="1"/>
              <a:t>means</a:t>
            </a:r>
            <a:r>
              <a:rPr lang="fr-FR" sz="2400" dirty="0"/>
              <a:t> &amp; </a:t>
            </a:r>
            <a:r>
              <a:rPr lang="fr-FR" sz="2400" dirty="0" err="1"/>
              <a:t>SDs</a:t>
            </a:r>
            <a:r>
              <a:rPr lang="fr-FR" sz="2400" dirty="0"/>
              <a:t> </a:t>
            </a:r>
            <a:r>
              <a:rPr lang="fr-FR" sz="2400" dirty="0" err="1"/>
              <a:t>from</a:t>
            </a:r>
            <a:r>
              <a:rPr lang="fr-FR" sz="2400" dirty="0"/>
              <a:t> the </a:t>
            </a:r>
            <a:r>
              <a:rPr lang="fr-FR" sz="2400" dirty="0" err="1"/>
              <a:t>same</a:t>
            </a:r>
            <a:r>
              <a:rPr lang="fr-FR" sz="2400" dirty="0"/>
              <a:t> article for the </a:t>
            </a:r>
            <a:r>
              <a:rPr lang="fr-FR" sz="2400" dirty="0" err="1"/>
              <a:t>t_slicer</a:t>
            </a:r>
            <a:r>
              <a:rPr lang="fr-FR" sz="2400" dirty="0"/>
              <a:t> </a:t>
            </a:r>
            <a:r>
              <a:rPr lang="fr-FR" sz="2400" dirty="0" err="1"/>
              <a:t>function</a:t>
            </a:r>
            <a:r>
              <a:rPr lang="fr-FR" sz="2400" dirty="0"/>
              <a:t>), </a:t>
            </a:r>
            <a:r>
              <a:rPr lang="fr-FR" sz="2400" dirty="0" err="1"/>
              <a:t>they</a:t>
            </a:r>
            <a:r>
              <a:rPr lang="fr-FR" sz="2400" dirty="0"/>
              <a:t> are </a:t>
            </a:r>
            <a:r>
              <a:rPr lang="fr-FR" sz="2400" dirty="0" err="1"/>
              <a:t>designed</a:t>
            </a:r>
            <a:r>
              <a:rPr lang="fr-FR" sz="2400" dirty="0"/>
              <a:t> to </a:t>
            </a:r>
            <a:r>
              <a:rPr lang="fr-FR" sz="2400" dirty="0" err="1"/>
              <a:t>work</a:t>
            </a:r>
            <a:r>
              <a:rPr lang="fr-FR" sz="2400" dirty="0"/>
              <a:t> </a:t>
            </a:r>
            <a:r>
              <a:rPr lang="fr-FR" sz="2400" dirty="0" err="1"/>
              <a:t>either</a:t>
            </a:r>
            <a:r>
              <a:rPr lang="fr-FR" sz="2400" dirty="0"/>
              <a:t> </a:t>
            </a:r>
            <a:r>
              <a:rPr lang="fr-FR" sz="2400" dirty="0" err="1"/>
              <a:t>with</a:t>
            </a:r>
            <a:r>
              <a:rPr lang="fr-FR" sz="2400" dirty="0"/>
              <a:t> </a:t>
            </a:r>
            <a:r>
              <a:rPr lang="fr-FR" sz="2400" dirty="0" err="1"/>
              <a:t>individual</a:t>
            </a:r>
            <a:r>
              <a:rPr lang="fr-FR" sz="2400" dirty="0"/>
              <a:t> </a:t>
            </a:r>
            <a:r>
              <a:rPr lang="fr-FR" sz="2400" dirty="0" err="1"/>
              <a:t>vectors</a:t>
            </a:r>
            <a:r>
              <a:rPr lang="fr-FR" sz="2400" dirty="0"/>
              <a:t> or </a:t>
            </a:r>
            <a:r>
              <a:rPr lang="fr-FR" sz="2400" dirty="0" err="1"/>
              <a:t>dataframes</a:t>
            </a:r>
            <a:r>
              <a:rPr lang="fr-FR" sz="2400" dirty="0"/>
              <a:t>/</a:t>
            </a:r>
            <a:r>
              <a:rPr lang="fr-FR" sz="2400" dirty="0" err="1"/>
              <a:t>tibbles</a:t>
            </a:r>
            <a:r>
              <a:rPr lang="fr-FR" sz="2400" dirty="0"/>
              <a:t>. The </a:t>
            </a:r>
            <a:r>
              <a:rPr lang="fr-FR" sz="2400" dirty="0" err="1"/>
              <a:t>way</a:t>
            </a:r>
            <a:r>
              <a:rPr lang="fr-FR" sz="2400" dirty="0"/>
              <a:t> </a:t>
            </a:r>
            <a:r>
              <a:rPr lang="fr-FR" sz="2400" dirty="0" err="1"/>
              <a:t>this</a:t>
            </a:r>
            <a:r>
              <a:rPr lang="fr-FR" sz="2400" dirty="0"/>
              <a:t> </a:t>
            </a:r>
            <a:r>
              <a:rPr lang="fr-FR" sz="2400" dirty="0" err="1"/>
              <a:t>is</a:t>
            </a:r>
            <a:r>
              <a:rPr lang="fr-FR" sz="2400" dirty="0"/>
              <a:t> </a:t>
            </a:r>
            <a:r>
              <a:rPr lang="fr-FR" sz="2400" dirty="0" err="1"/>
              <a:t>handled</a:t>
            </a:r>
            <a:r>
              <a:rPr lang="fr-FR" sz="2400" dirty="0"/>
              <a:t> </a:t>
            </a:r>
            <a:r>
              <a:rPr lang="fr-FR" sz="2400" dirty="0" err="1"/>
              <a:t>is</a:t>
            </a:r>
            <a:r>
              <a:rPr lang="fr-FR" sz="2400" dirty="0"/>
              <a:t> </a:t>
            </a:r>
            <a:r>
              <a:rPr lang="fr-FR" sz="2400" dirty="0" err="1"/>
              <a:t>similar</a:t>
            </a:r>
            <a:r>
              <a:rPr lang="fr-FR" sz="2400" dirty="0"/>
              <a:t> in all </a:t>
            </a:r>
            <a:r>
              <a:rPr lang="fr-FR" sz="2400" dirty="0" err="1"/>
              <a:t>functions</a:t>
            </a:r>
            <a:r>
              <a:rPr lang="fr-FR" sz="2400" dirty="0"/>
              <a:t>, but the </a:t>
            </a:r>
            <a:r>
              <a:rPr lang="fr-FR" sz="2400" dirty="0" err="1"/>
              <a:t>inner</a:t>
            </a:r>
            <a:r>
              <a:rPr lang="fr-FR" sz="2400" dirty="0"/>
              <a:t> </a:t>
            </a:r>
            <a:r>
              <a:rPr lang="fr-FR" sz="2400" dirty="0" err="1"/>
              <a:t>workings</a:t>
            </a:r>
            <a:r>
              <a:rPr lang="fr-FR" sz="2400" dirty="0"/>
              <a:t> of R </a:t>
            </a:r>
            <a:r>
              <a:rPr lang="fr-FR" sz="2400" dirty="0" err="1"/>
              <a:t>makes</a:t>
            </a:r>
            <a:r>
              <a:rPr lang="fr-FR" sz="2400" dirty="0"/>
              <a:t> </a:t>
            </a:r>
            <a:r>
              <a:rPr lang="fr-FR" sz="2400" dirty="0" err="1"/>
              <a:t>it</a:t>
            </a:r>
            <a:r>
              <a:rPr lang="fr-FR" sz="2400" dirty="0"/>
              <a:t> impossible to </a:t>
            </a:r>
            <a:r>
              <a:rPr lang="fr-FR" sz="2400" dirty="0" err="1"/>
              <a:t>outsource</a:t>
            </a:r>
            <a:r>
              <a:rPr lang="fr-FR" sz="2400" dirty="0"/>
              <a:t> </a:t>
            </a:r>
            <a:r>
              <a:rPr lang="fr-FR" sz="2400" dirty="0" err="1"/>
              <a:t>this</a:t>
            </a:r>
            <a:r>
              <a:rPr lang="fr-FR" sz="2400" dirty="0"/>
              <a:t> input validation in a </a:t>
            </a:r>
            <a:r>
              <a:rPr lang="fr-FR" sz="2400" dirty="0" err="1"/>
              <a:t>specific</a:t>
            </a:r>
            <a:r>
              <a:rPr lang="fr-FR" sz="2400" dirty="0"/>
              <a:t> </a:t>
            </a:r>
            <a:r>
              <a:rPr lang="fr-FR" sz="2400" dirty="0" err="1"/>
              <a:t>function</a:t>
            </a:r>
            <a:r>
              <a:rPr lang="fr-FR" sz="2400" dirty="0"/>
              <a:t>. </a:t>
            </a:r>
            <a:r>
              <a:rPr lang="fr-FR" sz="2400" dirty="0" err="1"/>
              <a:t>Therefore</a:t>
            </a:r>
            <a:r>
              <a:rPr lang="fr-FR" sz="2400" dirty="0"/>
              <a:t>, all </a:t>
            </a:r>
            <a:r>
              <a:rPr lang="fr-FR" sz="2400" dirty="0" err="1"/>
              <a:t>functions</a:t>
            </a:r>
            <a:r>
              <a:rPr lang="fr-FR" sz="2400" dirty="0"/>
              <a:t> </a:t>
            </a:r>
            <a:r>
              <a:rPr lang="fr-FR" sz="2400" dirty="0" err="1"/>
              <a:t>that</a:t>
            </a:r>
            <a:r>
              <a:rPr lang="fr-FR" sz="2400" dirty="0"/>
              <a:t> </a:t>
            </a:r>
            <a:r>
              <a:rPr lang="fr-FR" sz="2400" dirty="0" err="1"/>
              <a:t>could</a:t>
            </a:r>
            <a:r>
              <a:rPr lang="fr-FR" sz="2400" dirty="0"/>
              <a:t> </a:t>
            </a:r>
            <a:r>
              <a:rPr lang="fr-FR" sz="2400" dirty="0" err="1"/>
              <a:t>accept</a:t>
            </a:r>
            <a:r>
              <a:rPr lang="fr-FR" sz="2400" dirty="0"/>
              <a:t> </a:t>
            </a:r>
            <a:r>
              <a:rPr lang="fr-FR" sz="2400" dirty="0" err="1"/>
              <a:t>either</a:t>
            </a:r>
            <a:r>
              <a:rPr lang="fr-FR" sz="2400" dirty="0"/>
              <a:t> </a:t>
            </a:r>
            <a:r>
              <a:rPr lang="fr-FR" sz="2400" dirty="0" err="1"/>
              <a:t>vectors</a:t>
            </a:r>
            <a:r>
              <a:rPr lang="fr-FR" sz="2400" dirty="0"/>
              <a:t> or a </a:t>
            </a:r>
            <a:r>
              <a:rPr lang="fr-FR" sz="2400" dirty="0" err="1"/>
              <a:t>dataframe</a:t>
            </a:r>
            <a:r>
              <a:rPr lang="fr-FR" sz="2400" dirty="0"/>
              <a:t> </a:t>
            </a:r>
            <a:r>
              <a:rPr lang="fr-FR" sz="2400" dirty="0" err="1"/>
              <a:t>should</a:t>
            </a:r>
            <a:r>
              <a:rPr lang="fr-FR" sz="2400" dirty="0"/>
              <a:t> start in a </a:t>
            </a:r>
            <a:r>
              <a:rPr lang="fr-FR" sz="2400" dirty="0" err="1"/>
              <a:t>similar</a:t>
            </a:r>
            <a:r>
              <a:rPr lang="fr-FR" sz="2400" dirty="0"/>
              <a:t> fashion (</a:t>
            </a:r>
            <a:r>
              <a:rPr lang="fr-FR" sz="2400" dirty="0" err="1"/>
              <a:t>here</a:t>
            </a:r>
            <a:r>
              <a:rPr lang="fr-FR" sz="2400" dirty="0"/>
              <a:t> </a:t>
            </a:r>
            <a:r>
              <a:rPr lang="fr-FR" sz="2400" dirty="0" err="1"/>
              <a:t>is</a:t>
            </a:r>
            <a:r>
              <a:rPr lang="fr-FR" sz="2400" dirty="0"/>
              <a:t> an </a:t>
            </a:r>
            <a:r>
              <a:rPr lang="fr-FR" sz="2400" dirty="0" err="1"/>
              <a:t>example</a:t>
            </a:r>
            <a:r>
              <a:rPr lang="fr-FR" sz="2400" dirty="0"/>
              <a:t>: )</a:t>
            </a:r>
            <a:endParaRPr lang="en-GB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E83A8F-39F3-8995-D653-136B40BA6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850" y="3952875"/>
            <a:ext cx="8496300" cy="290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532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DD30-A633-018A-1306-98EEFEA84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Test </a:t>
            </a:r>
            <a:r>
              <a:rPr lang="fr-FR" dirty="0" err="1"/>
              <a:t>coverage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F73A3-640B-5F32-7F41-8928D80E2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At the moment, </a:t>
            </a:r>
            <a:r>
              <a:rPr lang="fr-FR" dirty="0" err="1"/>
              <a:t>most</a:t>
            </a:r>
            <a:r>
              <a:rPr lang="fr-FR" dirty="0"/>
              <a:t> </a:t>
            </a:r>
            <a:r>
              <a:rPr lang="fr-FR" dirty="0" err="1"/>
              <a:t>functions</a:t>
            </a:r>
            <a:r>
              <a:rPr lang="fr-FR" dirty="0"/>
              <a:t> </a:t>
            </a:r>
            <a:r>
              <a:rPr lang="fr-FR" dirty="0" err="1"/>
              <a:t>only</a:t>
            </a:r>
            <a:r>
              <a:rPr lang="fr-FR" dirty="0"/>
              <a:t> have </a:t>
            </a:r>
            <a:r>
              <a:rPr lang="fr-FR" dirty="0" err="1"/>
              <a:t>extremely</a:t>
            </a:r>
            <a:r>
              <a:rPr lang="fr-FR" dirty="0"/>
              <a:t> basic test </a:t>
            </a:r>
            <a:r>
              <a:rPr lang="fr-FR" dirty="0" err="1"/>
              <a:t>coverage</a:t>
            </a:r>
            <a:r>
              <a:rPr lang="fr-FR" dirty="0"/>
              <a:t> (</a:t>
            </a:r>
            <a:r>
              <a:rPr lang="fr-FR" dirty="0" err="1"/>
              <a:t>just</a:t>
            </a:r>
            <a:r>
              <a:rPr lang="fr-FR" dirty="0"/>
              <a:t> </a:t>
            </a:r>
            <a:r>
              <a:rPr lang="fr-FR" dirty="0" err="1"/>
              <a:t>making</a:t>
            </a:r>
            <a:r>
              <a:rPr lang="fr-FR" dirty="0"/>
              <a:t> sure </a:t>
            </a:r>
            <a:r>
              <a:rPr lang="fr-FR" dirty="0" err="1"/>
              <a:t>that</a:t>
            </a:r>
            <a:r>
              <a:rPr lang="fr-FR" dirty="0"/>
              <a:t> normal usage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functional</a:t>
            </a:r>
            <a:r>
              <a:rPr lang="fr-FR" dirty="0"/>
              <a:t>), but </a:t>
            </a:r>
            <a:r>
              <a:rPr lang="fr-FR" dirty="0" err="1"/>
              <a:t>those</a:t>
            </a:r>
            <a:r>
              <a:rPr lang="fr-FR" dirty="0"/>
              <a:t> tests </a:t>
            </a:r>
            <a:r>
              <a:rPr lang="fr-FR" dirty="0" err="1"/>
              <a:t>should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expanded</a:t>
            </a:r>
            <a:r>
              <a:rPr lang="fr-FR" dirty="0"/>
              <a:t> in the long run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1390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DF4D6-F55E-FB75-3FAA-63C35D3B3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zzz.R</a:t>
            </a:r>
            <a:r>
              <a:rPr lang="fr-FR" dirty="0"/>
              <a:t> (font &amp; </a:t>
            </a:r>
            <a:r>
              <a:rPr lang="fr-FR" dirty="0" err="1"/>
              <a:t>colors</a:t>
            </a:r>
            <a:r>
              <a:rPr lang="fr-FR" dirty="0"/>
              <a:t>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68EDA-A367-4439-D6CA-9290C0D58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In the future, graph outputs </a:t>
            </a:r>
            <a:r>
              <a:rPr lang="fr-FR" sz="2400" dirty="0" err="1"/>
              <a:t>from</a:t>
            </a:r>
            <a:r>
              <a:rPr lang="fr-FR" sz="2400" dirty="0"/>
              <a:t> the MEP package </a:t>
            </a:r>
            <a:r>
              <a:rPr lang="fr-FR" sz="2400" dirty="0" err="1"/>
              <a:t>should</a:t>
            </a:r>
            <a:r>
              <a:rPr lang="fr-FR" sz="2400" dirty="0"/>
              <a:t> use a </a:t>
            </a:r>
            <a:r>
              <a:rPr lang="fr-FR" sz="2400" dirty="0" err="1"/>
              <a:t>specific</a:t>
            </a:r>
            <a:r>
              <a:rPr lang="fr-FR" sz="2400" dirty="0"/>
              <a:t> font and a </a:t>
            </a:r>
            <a:r>
              <a:rPr lang="fr-FR" sz="2400" dirty="0" err="1"/>
              <a:t>specific</a:t>
            </a:r>
            <a:r>
              <a:rPr lang="fr-FR" sz="2400" dirty="0"/>
              <a:t> </a:t>
            </a:r>
            <a:r>
              <a:rPr lang="fr-FR" sz="2400" dirty="0" err="1"/>
              <a:t>color</a:t>
            </a:r>
            <a:r>
              <a:rPr lang="fr-FR" sz="2400" dirty="0"/>
              <a:t> </a:t>
            </a:r>
            <a:r>
              <a:rPr lang="fr-FR" sz="2400" dirty="0" err="1"/>
              <a:t>scheme</a:t>
            </a:r>
            <a:r>
              <a:rPr lang="fr-FR" sz="2400" dirty="0"/>
              <a:t>. This </a:t>
            </a:r>
            <a:r>
              <a:rPr lang="fr-FR" sz="2400" dirty="0" err="1"/>
              <a:t>is</a:t>
            </a:r>
            <a:r>
              <a:rPr lang="fr-FR" sz="2400" dirty="0"/>
              <a:t> not </a:t>
            </a:r>
            <a:r>
              <a:rPr lang="fr-FR" sz="2400" dirty="0" err="1"/>
              <a:t>implemented</a:t>
            </a:r>
            <a:r>
              <a:rPr lang="fr-FR" sz="2400" dirty="0"/>
              <a:t> </a:t>
            </a:r>
            <a:r>
              <a:rPr lang="fr-FR" sz="2400" dirty="0" err="1"/>
              <a:t>yet</a:t>
            </a:r>
            <a:r>
              <a:rPr lang="fr-FR" sz="2400" dirty="0"/>
              <a:t>, but </a:t>
            </a:r>
            <a:r>
              <a:rPr lang="fr-FR" sz="2400" dirty="0" err="1"/>
              <a:t>early</a:t>
            </a:r>
            <a:r>
              <a:rPr lang="fr-FR" sz="2400" dirty="0"/>
              <a:t> code for the font and </a:t>
            </a:r>
            <a:r>
              <a:rPr lang="fr-FR" sz="2400" dirty="0" err="1"/>
              <a:t>colors</a:t>
            </a:r>
            <a:r>
              <a:rPr lang="fr-FR" sz="2400" dirty="0"/>
              <a:t> are </a:t>
            </a:r>
            <a:r>
              <a:rPr lang="fr-FR" sz="2400" dirty="0" err="1"/>
              <a:t>already</a:t>
            </a:r>
            <a:r>
              <a:rPr lang="fr-FR" sz="2400" dirty="0"/>
              <a:t> </a:t>
            </a:r>
            <a:r>
              <a:rPr lang="fr-FR" sz="2400" dirty="0" err="1"/>
              <a:t>present</a:t>
            </a:r>
            <a:r>
              <a:rPr lang="fr-FR" sz="2400" dirty="0"/>
              <a:t> in the </a:t>
            </a:r>
            <a:r>
              <a:rPr lang="fr-FR" sz="2400" dirty="0" err="1"/>
              <a:t>zzz.R</a:t>
            </a:r>
            <a:r>
              <a:rPr lang="fr-FR" sz="2400" dirty="0"/>
              <a:t> file.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376551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7165</TotalTime>
  <Words>474</Words>
  <Application>Microsoft Office PowerPoint</Application>
  <PresentationFormat>Widescreen</PresentationFormat>
  <Paragraphs>29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MEPtoolkit</vt:lpstr>
      <vt:lpstr>Installing the toolkit</vt:lpstr>
      <vt:lpstr>Entry-point vignette</vt:lpstr>
      <vt:lpstr>Design philosophy</vt:lpstr>
      <vt:lpstr>Design philosophy</vt:lpstr>
      <vt:lpstr>Input types</vt:lpstr>
      <vt:lpstr>Test coverage</vt:lpstr>
      <vt:lpstr>zzz.R (font &amp; colors)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Nathanael Larigaldie</dc:creator>
  <cp:lastModifiedBy>Nathanael Larigaldie</cp:lastModifiedBy>
  <cp:revision>18</cp:revision>
  <dcterms:created xsi:type="dcterms:W3CDTF">2025-12-26T21:11:51Z</dcterms:created>
  <dcterms:modified xsi:type="dcterms:W3CDTF">2025-12-31T20:37:33Z</dcterms:modified>
</cp:coreProperties>
</file>